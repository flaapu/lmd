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Columnas con drift detectado (1 = sí)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Columnas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A89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D0D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monthly_charge</c:v>
                  </c:pt>
                  <c:pt idx="1">
                    <c:v>tenure_months</c:v>
                  </c:pt>
                  <c:pt idx="2">
                    <c:v>late_payments</c:v>
                  </c:pt>
                  <c:pt idx="3">
                    <c:v>total_charges</c:v>
                  </c:pt>
                  <c:pt idx="4">
                    <c:v>internet_service</c:v>
                  </c:pt>
                  <c:pt idx="5">
                    <c:v>resto (10 cols)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Churn de Clientes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A8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AndesLink Servicios Digitales S.A.  —  Solución MLOps local end-to-end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· Despliegue · Monitoreo y Observabilidad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5A0"/>
                </a:solidFill>
              </a:rPr>
              <a:t>Laboratorio de Minería de Datos · ISTEA · Examen final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A89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ENTREGA 1 · ENTRENAMIENTO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Contexto de negocio y objetivo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El problema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AndesLink pierde clientes por cancelación voluntaria de forma creciente.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Se busca anticipar el abandono (churn) a partir de datos de comportamiento, antigüedad y facturación.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Objetivo analítico: clasificación binaria — ¿el cliente abandona o no en el próximo período?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Por qué importa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Retener cuesta menos que adquirir un cliente nuevo.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Detectar riesgo alto habilita campañas de retención dirigidas.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El modelo debe ser explicable y operable, no solo preciso.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ENTREGA 1 · ENTRENAMIENTO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Dataset, preparación y entrenamiento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Dataset sintético de 5.000 clientes.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15 variables: antigüedad, cargos, tickets de soporte, tipo de contrato, región, etc.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Target: churn (binario).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Preparación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847088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Escalado de variables numéricas (StandardScaler).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One-Hot Encoding de variables categóricas.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Split train/test estratificado.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Pipeline de preprocesamiento serializado junto al modelo.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280160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Modelado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1847088"/>
            <a:ext cx="3291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Se compararon Regresión Logística y Random Forest.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Métrica de selección: ROC-AUC.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Mejor modelo: Regresión Logística (ROC-AUC = 0.758).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Tracking de experimentos con MLflow; pipeline versionado con DVC.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A8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B2545"/>
                </a:solidFill>
              </a:rPr>
              <a:t>ENTREGA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 modelo entrenado a servicio productivo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ENTREGA 2 · 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Arquitectura de despliegue local</a:t>
            </a:r>
            <a:endParaRPr lang="en-US" sz="2600" dirty="0"/>
          </a:p>
        </p:txBody>
      </p:sp>
      <p:pic>
        <p:nvPicPr>
          <p:cNvPr id="4" name="Image 0" descr="/home/claude/LMD-final/LMD-master/repor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ENTREGA 2 · 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API de inferencia y GUI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API (FastAPI)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Recibe datos crudos del cliente (no features preprocesadas).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Valida tipos, rangos y categorías con Pydantic + Enum.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Aplica el preprocesador y el modelo serializados.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Endpoints: / , /health , /predict , /metrics.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GUI (Streamlit)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Formulario simple para cargar los 15 campos del cliente.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Consume la API vía POST /predict.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Muestra predicción, probabilidad y nivel de riesgo.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URL de la API configurable por variable de entorno (API_URL) — funciona igual local y en Docker Compose.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A8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B2545"/>
                </a:solidFill>
              </a:rPr>
              <a:t>ENTREGA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Monitoreo técnico y de datos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EXAMEN FINAL · OBSERVABILIDAD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Monitoreo técnico del servicio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Instrumentación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prometheus-fastapi-instrumentator expone /metrics sin tocar la lógica de negocio.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Prometheus scrapea /metrics cada 5 segundos.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Grafana consulta a Prometheus y arma el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Requests por segundo, por endpoint.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Latencia p95.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Tasa de error 5xx.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Requests en curso (in-progress).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Requests totales por código de status.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EXAMEN FINAL · OBSERVABILIDAD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Monitoreo de datos y drift (Evidently)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3D"/>
                </a:solidFill>
              </a:rPr>
              <a:t>Referencia (entrenamiento) vs. lote simulado de clientes "actuales" — 5 de 15 columnas con drift detectado.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4114800" cy="4389120"/>
          </a:xfrm>
          <a:prstGeom prst="roundRect">
            <a:avLst>
              <a:gd name="adj" fmla="val 1778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Lectura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26680" y="2304288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33% de columnas con drift → no cruza el umbral de "drift a nivel dataset" (50%).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Pero el drift en tarifa y tipo de servicio SÍ pesa en el riesgo de churn.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Conclusión: seguimiento cercano, no reentrenamiento inmediato.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EXAMEN FINAL · CRITERIO DE 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Señales de alerta y acciones correctivas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Técnicas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Suba sostenida de errores 5xx → revisar carga de artefactos del modelo.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Aumento de latencia p95 → revisar recursos del contenedor.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Caída a cero de requests → verificar conectividad entre servicios.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</a:rPr>
              <a:t>De datos / modelo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Drift sostenido en variables de alto peso → evaluar reentrenamiento.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Drift a nivel dataset (&gt;50%) → pausar confianza en las predicciones.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Caída en calidad de datos → revisar la fuente antes de reentrenar.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3A89E"/>
                </a:solidFill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</a:rPr>
              <a:t>Limitaciones y próximos pasos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Limitaciones actuales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El lote "actual" de Evidently es simulado, no proviene de tráfico real de producción.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No hay test de integración end-to-end automatizado entre GUI y API.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El reentrenamiento ante drift es manual, no está automatizado.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1064240" cy="2468880"/>
          </a:xfrm>
          <a:prstGeom prst="roundRect">
            <a:avLst>
              <a:gd name="adj" fmla="val 2963"/>
            </a:avLst>
          </a:prstGeom>
          <a:solidFill>
            <a:srgbClr val="F5F7FA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9E"/>
                </a:solidFill>
              </a:rPr>
              <a:t>Próximos pasos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24528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Loguear requests reales de /predict para alimentar Evidently con datos genuinos.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Automatizar el reentrenamiento condicionado a resultados de monitoreo.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</a:rPr>
              <a:t>Sumar autenticación real a Grafana fuera del entorno de demo.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2026-07-10T22:04:05Z</dcterms:created>
  <dcterms:modified xsi:type="dcterms:W3CDTF">2026-07-10T22:04:05Z</dcterms:modified>
</cp:coreProperties>
</file>